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5"/>
  </p:normalViewPr>
  <p:slideViewPr>
    <p:cSldViewPr snapToGrid="0" snapToObjects="1">
      <p:cViewPr varScale="1">
        <p:scale>
          <a:sx n="118" d="100"/>
          <a:sy n="118" d="100"/>
        </p:scale>
        <p:origin x="55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3774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A1F2C"/>
                </a:solidFill>
                <a:latin typeface="Apple SD Gothic Neo"/>
              </a:rPr>
              <a:t>카카오페이 가맹점 심사 제출자료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555555"/>
                </a:solidFill>
                <a:latin typeface="Apple SD Gothic Neo"/>
              </a:rPr>
              <a:t>천지인 사주 · 강림 (사업자등록번호 740-13-02692)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D4AF37"/>
                </a:solidFill>
                <a:latin typeface="Menlo"/>
              </a:rPr>
              <a:t>https://saju-mbti-9h1.pages.dev/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F2C"/>
                </a:solidFill>
                <a:latin typeface="Apple SD Gothic Neo"/>
              </a:rPr>
              <a:t>1. 가맹점 홈페이지 메인화면</a:t>
            </a:r>
          </a:p>
          <a:p>
            <a:r>
              <a:rPr sz="1400">
                <a:solidFill>
                  <a:srgbClr val="555555"/>
                </a:solidFill>
                <a:latin typeface="Apple SD Gothic Neo"/>
              </a:rPr>
              <a:t>메인 화면 캡쳐 · URL 노출 · 체크박스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4572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/>
            <a:r>
              <a:rPr sz="1300">
                <a:solidFill>
                  <a:srgbClr val="222222"/>
                </a:solidFill>
                <a:latin typeface="Menlo"/>
              </a:rPr>
              <a:t>🔒  https://saju-mbti-9h1.pages.dev/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63640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299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299D4E"/>
                </a:solidFill>
                <a:latin typeface="Helvetica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453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Apple SD Gothic Neo"/>
              </a:rPr>
              <a:t>메인 화면 캡쳐 / URL 노출 확인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02C677-7EC4-61B5-F75A-627DBD2E1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810053"/>
            <a:ext cx="7772400" cy="50479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F2C"/>
                </a:solidFill>
                <a:latin typeface="Apple SD Gothic Neo"/>
              </a:rPr>
              <a:t>2. 가맹점 하단 푸터정보</a:t>
            </a:r>
          </a:p>
          <a:p>
            <a:r>
              <a:rPr sz="1400">
                <a:solidFill>
                  <a:srgbClr val="555555"/>
                </a:solidFill>
                <a:latin typeface="Apple SD Gothic Neo"/>
              </a:rPr>
              <a:t>사업자번호 · 사업자명 · 대표자명 · 연락처 · 주소 노출 (통신판매업신고 예정)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4572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/>
            <a:r>
              <a:rPr sz="1300">
                <a:solidFill>
                  <a:srgbClr val="222222"/>
                </a:solidFill>
                <a:latin typeface="Menlo"/>
              </a:rPr>
              <a:t>🔒  https://saju-mbti-9h1.pages.dev/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172200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299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299D4E"/>
                </a:solidFill>
                <a:latin typeface="Helvetica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5391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Apple SD Gothic Neo"/>
              </a:rPr>
              <a:t>사업자번호 740-13-02692 · 사업자명 강림 · 대표자 김강민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92240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299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299D4E"/>
                </a:solidFill>
                <a:latin typeface="Helvetic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Apple SD Gothic Neo"/>
              </a:rPr>
              <a:t>연락처 010-9487-4593 · 주소(대전광역시 유성구…) · 이메일 노출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A6F00F1-ADB0-A7E0-6099-A24C2E7A68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3" r="16610"/>
          <a:stretch>
            <a:fillRect/>
          </a:stretch>
        </p:blipFill>
        <p:spPr>
          <a:xfrm>
            <a:off x="5323115" y="1810053"/>
            <a:ext cx="6484711" cy="50479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F2C"/>
                </a:solidFill>
                <a:latin typeface="Apple SD Gothic Neo"/>
              </a:rPr>
              <a:t>3. 로그인 페이지</a:t>
            </a:r>
          </a:p>
          <a:p>
            <a:r>
              <a:rPr sz="1400">
                <a:solidFill>
                  <a:srgbClr val="555555"/>
                </a:solidFill>
                <a:latin typeface="Apple SD Gothic Neo"/>
              </a:rPr>
              <a:t>비회원 구매 가능 — 로그인 페이지 없음 (가이드상 생략 가능 항목)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22222"/>
                </a:solidFill>
                <a:latin typeface="Apple SD Gothic Neo"/>
              </a:rPr>
              <a:t>본 서비스는 회원 가입 없이 사주 정보 입력만으로 결제가 가능한 비회원 구매 구조입니다.</a:t>
            </a:r>
          </a:p>
          <a:p>
            <a:r>
              <a:rPr sz="1500">
                <a:solidFill>
                  <a:srgbClr val="222222"/>
                </a:solidFill>
                <a:latin typeface="Apple SD Gothic Neo"/>
              </a:rPr>
              <a:t>가맹점 심사 가이드 「3. 로그인 페이지 — 비회원 구매가 가능한 경우 해당 페이지는 생략 가능」에 따라 본 항목은 해당사항 없음으로 갈음합니다.</a:t>
            </a:r>
          </a:p>
          <a:p>
            <a:endParaRPr sz="1500">
              <a:solidFill>
                <a:srgbClr val="222222"/>
              </a:solidFill>
              <a:latin typeface="Apple SD Gothic Neo"/>
            </a:endParaRPr>
          </a:p>
          <a:p>
            <a:r>
              <a:rPr sz="1500">
                <a:solidFill>
                  <a:srgbClr val="555555"/>
                </a:solidFill>
                <a:latin typeface="Apple SD Gothic Neo"/>
              </a:rPr>
              <a:t>ㆍ가입/탈퇴/로그인 절차 없음</a:t>
            </a:r>
          </a:p>
          <a:p>
            <a:r>
              <a:rPr sz="1500">
                <a:solidFill>
                  <a:srgbClr val="555555"/>
                </a:solidFill>
                <a:latin typeface="Apple SD Gothic Neo"/>
              </a:rPr>
              <a:t>ㆍ개인정보(생년월일·MBTI 등)는 결제 시점에 한해 브라우저에서만 처리, 서버 미저장</a:t>
            </a:r>
          </a:p>
          <a:p>
            <a:r>
              <a:rPr sz="1500">
                <a:solidFill>
                  <a:srgbClr val="555555"/>
                </a:solidFill>
                <a:latin typeface="Apple SD Gothic Neo"/>
              </a:rPr>
              <a:t>ㆍ결제 정보는 토스페이먼츠 표준 결제창이 직접 처리 (카드번호 등 회사 미저장)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F2C"/>
                </a:solidFill>
                <a:latin typeface="Apple SD Gothic Neo"/>
              </a:rPr>
              <a:t>4. 주요 판매상품 페이지</a:t>
            </a:r>
          </a:p>
          <a:p>
            <a:r>
              <a:rPr sz="1400">
                <a:solidFill>
                  <a:srgbClr val="555555"/>
                </a:solidFill>
                <a:latin typeface="Apple SD Gothic Neo"/>
              </a:rPr>
              <a:t>단건(회원제) 결제 · 상품 4개 · 모두 5만원 미만 · 상품명·가격·결제버튼 활성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4572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/>
            <a:r>
              <a:rPr sz="1300">
                <a:solidFill>
                  <a:srgbClr val="222222"/>
                </a:solidFill>
                <a:latin typeface="Menlo"/>
              </a:rPr>
              <a:t>🔒  https://saju-mbti-9h1.pages.dev/</a:t>
            </a:r>
          </a:p>
        </p:txBody>
      </p:sp>
      <p:pic>
        <p:nvPicPr>
          <p:cNvPr id="4" name="Picture 3" descr="04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367" y="1841862"/>
            <a:ext cx="3261704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6972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 err="1">
                <a:solidFill>
                  <a:srgbClr val="222222"/>
                </a:solidFill>
                <a:latin typeface="Apple SD Gothic Neo"/>
              </a:rPr>
              <a:t>ㆍ지정일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운세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9,900원 ·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월별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운세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19,900원 ·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신년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운세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29,900원 ·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인생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총운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49,900원</a:t>
            </a:r>
          </a:p>
          <a:p>
            <a:r>
              <a:rPr sz="1100" dirty="0" err="1">
                <a:solidFill>
                  <a:srgbClr val="222222"/>
                </a:solidFill>
                <a:latin typeface="Apple SD Gothic Neo"/>
              </a:rPr>
              <a:t>ㆍ모든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상품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500만원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미만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(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카드사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고액상품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심사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제한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기준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부합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)</a:t>
            </a:r>
          </a:p>
          <a:p>
            <a:r>
              <a:rPr sz="1100" dirty="0" err="1">
                <a:solidFill>
                  <a:srgbClr val="222222"/>
                </a:solidFill>
                <a:latin typeface="Apple SD Gothic Neo"/>
              </a:rPr>
              <a:t>ㆍ단건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결제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—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사주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풀이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디지털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콘텐츠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(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소프트웨어형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서비스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제공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299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299D4E"/>
                </a:solidFill>
                <a:latin typeface="Helvetic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222"/>
                </a:solidFill>
                <a:latin typeface="Apple SD Gothic Neo"/>
              </a:rPr>
              <a:t>활성화된 판매상품 4개 · 상품명·가격 노출 · 결제 진입 버튼 활성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F2C"/>
                </a:solidFill>
                <a:latin typeface="Apple SD Gothic Neo"/>
              </a:rPr>
              <a:t>4-1. 판매상품 상세설명 페이지</a:t>
            </a:r>
          </a:p>
          <a:p>
            <a:r>
              <a:rPr sz="1400">
                <a:solidFill>
                  <a:srgbClr val="555555"/>
                </a:solidFill>
                <a:latin typeface="Apple SD Gothic Neo"/>
              </a:rPr>
              <a:t>예시: 인생 총운 — 상품명·가격·제공 풀이 항목 노출 + 결제 버튼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4572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/>
            <a:r>
              <a:rPr sz="1300">
                <a:solidFill>
                  <a:srgbClr val="222222"/>
                </a:solidFill>
                <a:latin typeface="Menlo"/>
              </a:rPr>
              <a:t>🔒  https://saju-mbti-9h1.pages.dev/</a:t>
            </a:r>
          </a:p>
        </p:txBody>
      </p:sp>
      <p:pic>
        <p:nvPicPr>
          <p:cNvPr id="4" name="Picture 3" descr="05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835" y="1828800"/>
            <a:ext cx="2236426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1F2C"/>
                </a:solidFill>
                <a:latin typeface="Apple SD Gothic Neo"/>
              </a:rPr>
              <a:t>● 상품명  </a:t>
            </a:r>
            <a:r>
              <a:rPr sz="1400">
                <a:solidFill>
                  <a:srgbClr val="222222"/>
                </a:solidFill>
                <a:latin typeface="Apple SD Gothic Neo"/>
              </a:rPr>
              <a:t>인생 총운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F2C"/>
                </a:solidFill>
                <a:latin typeface="Apple SD Gothic Neo"/>
              </a:rPr>
              <a:t>● 판매가격  </a:t>
            </a:r>
            <a:r>
              <a:rPr sz="1400">
                <a:solidFill>
                  <a:srgbClr val="222222"/>
                </a:solidFill>
                <a:latin typeface="Apple SD Gothic Neo"/>
              </a:rPr>
              <a:t>49,900원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F2C"/>
                </a:solidFill>
                <a:latin typeface="Apple SD Gothic Neo"/>
              </a:rPr>
              <a:t>● 제공 내용  </a:t>
            </a:r>
            <a:r>
              <a:rPr sz="1400">
                <a:solidFill>
                  <a:srgbClr val="222222"/>
                </a:solidFill>
                <a:latin typeface="Apple SD Gothic Neo"/>
              </a:rPr>
              <a:t>사주팔자 종합 풀이 / 직장·사업·재물·연애·결혼·건강·학업·인간관계 / 신살 / 대운(10년)별 시기별 풀이 / 카테고리당 본문 4~6문단의 깊이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F2C"/>
                </a:solidFill>
                <a:latin typeface="Apple SD Gothic Neo"/>
              </a:rPr>
              <a:t>● 결제 진입  </a:t>
            </a:r>
            <a:r>
              <a:rPr sz="1400">
                <a:solidFill>
                  <a:srgbClr val="222222"/>
                </a:solidFill>
                <a:latin typeface="Apple SD Gothic Neo"/>
              </a:rPr>
              <a:t>카카오페이 · 네이버페이 두 가지 간편결제 버튼 노출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F2C"/>
                </a:solidFill>
                <a:latin typeface="Apple SD Gothic Neo"/>
              </a:rPr>
              <a:t>● 환불 안내  </a:t>
            </a:r>
            <a:r>
              <a:rPr sz="1400">
                <a:solidFill>
                  <a:srgbClr val="222222"/>
                </a:solidFill>
                <a:latin typeface="Apple SD Gothic Neo"/>
              </a:rPr>
              <a:t>결제 즉시 디지털 콘텐츠 제공 → 청약 철회 제한 (전자상거래법 17조2항5호)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F2C"/>
                </a:solidFill>
                <a:latin typeface="Apple SD Gothic Neo"/>
              </a:rPr>
              <a:t>5. 일반 PG 결제화면 (카카오페이 단독 예정)</a:t>
            </a:r>
          </a:p>
          <a:p>
            <a:r>
              <a:rPr sz="1400">
                <a:solidFill>
                  <a:srgbClr val="555555"/>
                </a:solidFill>
                <a:latin typeface="Apple SD Gothic Neo"/>
              </a:rPr>
              <a:t>결제 동의 모달 — 약관·환불정책·청약철회 제한 동의 4종 + 카카오페이 결제 진입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45720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l"/>
            <a:r>
              <a:rPr sz="1300">
                <a:solidFill>
                  <a:srgbClr val="222222"/>
                </a:solidFill>
                <a:latin typeface="Menlo"/>
              </a:rPr>
              <a:t>🔒  https://saju-mbti-9h1.pages.dev/</a:t>
            </a:r>
          </a:p>
        </p:txBody>
      </p:sp>
      <p:pic>
        <p:nvPicPr>
          <p:cNvPr id="4" name="Picture 3" descr="06_payment_con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069" y="1874519"/>
            <a:ext cx="2941052" cy="37490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55555"/>
                </a:solidFill>
                <a:latin typeface="Apple SD Gothic Neo"/>
              </a:rPr>
              <a:t>[1단계] 결제 동의 — 약관·환불·청약철회 사전 안내</a:t>
            </a:r>
          </a:p>
        </p:txBody>
      </p:sp>
      <p:pic>
        <p:nvPicPr>
          <p:cNvPr id="6" name="Picture 5" descr="06_payment_rea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74519"/>
            <a:ext cx="2941052" cy="37490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0" y="640079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555555"/>
                </a:solidFill>
                <a:latin typeface="Apple SD Gothic Neo"/>
              </a:rPr>
              <a:t>[2단계] 4종 </a:t>
            </a:r>
            <a:r>
              <a:rPr sz="1200" dirty="0" err="1">
                <a:solidFill>
                  <a:srgbClr val="555555"/>
                </a:solidFill>
                <a:latin typeface="Apple SD Gothic Neo"/>
              </a:rPr>
              <a:t>동의</a:t>
            </a:r>
            <a:r>
              <a:rPr sz="1200" dirty="0">
                <a:solidFill>
                  <a:srgbClr val="555555"/>
                </a:solidFill>
                <a:latin typeface="Apple SD Gothic Neo"/>
              </a:rPr>
              <a:t> </a:t>
            </a:r>
            <a:r>
              <a:rPr sz="1200" dirty="0" err="1">
                <a:solidFill>
                  <a:srgbClr val="555555"/>
                </a:solidFill>
                <a:latin typeface="Apple SD Gothic Neo"/>
              </a:rPr>
              <a:t>완료</a:t>
            </a:r>
            <a:r>
              <a:rPr sz="1200" dirty="0">
                <a:solidFill>
                  <a:srgbClr val="555555"/>
                </a:solidFill>
                <a:latin typeface="Apple SD Gothic Neo"/>
              </a:rPr>
              <a:t> → 「</a:t>
            </a:r>
            <a:r>
              <a:rPr sz="1200" dirty="0" err="1">
                <a:solidFill>
                  <a:srgbClr val="555555"/>
                </a:solidFill>
                <a:latin typeface="Apple SD Gothic Neo"/>
              </a:rPr>
              <a:t>카카오페이로</a:t>
            </a:r>
            <a:r>
              <a:rPr sz="1200" dirty="0">
                <a:solidFill>
                  <a:srgbClr val="555555"/>
                </a:solidFill>
                <a:latin typeface="Apple SD Gothic Neo"/>
              </a:rPr>
              <a:t> </a:t>
            </a:r>
            <a:r>
              <a:rPr sz="1200" dirty="0" err="1">
                <a:solidFill>
                  <a:srgbClr val="555555"/>
                </a:solidFill>
                <a:latin typeface="Apple SD Gothic Neo"/>
              </a:rPr>
              <a:t>결제하기</a:t>
            </a:r>
            <a:r>
              <a:rPr sz="1200" dirty="0">
                <a:solidFill>
                  <a:srgbClr val="555555"/>
                </a:solidFill>
                <a:latin typeface="Apple SD Gothic Neo"/>
              </a:rPr>
              <a:t>」 </a:t>
            </a:r>
            <a:r>
              <a:rPr sz="1200" dirty="0" err="1">
                <a:solidFill>
                  <a:srgbClr val="555555"/>
                </a:solidFill>
                <a:latin typeface="Apple SD Gothic Neo"/>
              </a:rPr>
              <a:t>버튼</a:t>
            </a:r>
            <a:r>
              <a:rPr sz="1200" dirty="0">
                <a:solidFill>
                  <a:srgbClr val="555555"/>
                </a:solidFill>
                <a:latin typeface="Apple SD Gothic Neo"/>
              </a:rPr>
              <a:t> </a:t>
            </a:r>
            <a:r>
              <a:rPr sz="1200" dirty="0" err="1">
                <a:solidFill>
                  <a:srgbClr val="555555"/>
                </a:solidFill>
                <a:latin typeface="Apple SD Gothic Neo"/>
              </a:rPr>
              <a:t>활성</a:t>
            </a:r>
            <a:endParaRPr sz="1200" dirty="0">
              <a:solidFill>
                <a:srgbClr val="555555"/>
              </a:solidFill>
              <a:latin typeface="Apple SD Gothic Ne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5687" y="594359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 err="1">
                <a:solidFill>
                  <a:srgbClr val="222222"/>
                </a:solidFill>
                <a:latin typeface="Apple SD Gothic Neo"/>
              </a:rPr>
              <a:t>ㆍ「카카오페이로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결제하기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」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버튼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클릭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시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토스페이먼츠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SDK가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카카오페이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결제창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호출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(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운영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키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등록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후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실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결제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활성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)</a:t>
            </a:r>
          </a:p>
          <a:p>
            <a:r>
              <a:rPr sz="1100" dirty="0" err="1">
                <a:solidFill>
                  <a:srgbClr val="222222"/>
                </a:solidFill>
                <a:latin typeface="Apple SD Gothic Neo"/>
              </a:rPr>
              <a:t>ㆍ카드번호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등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결제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정보는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회사가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수집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/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보관하지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않으며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,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토스페이먼츠가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직접</a:t>
            </a:r>
            <a:r>
              <a:rPr sz="1100" dirty="0">
                <a:solidFill>
                  <a:srgbClr val="222222"/>
                </a:solidFill>
                <a:latin typeface="Apple SD Gothic Neo"/>
              </a:rPr>
              <a:t> </a:t>
            </a:r>
            <a:r>
              <a:rPr sz="1100" dirty="0" err="1">
                <a:solidFill>
                  <a:srgbClr val="222222"/>
                </a:solidFill>
                <a:latin typeface="Apple SD Gothic Neo"/>
              </a:rPr>
              <a:t>처리</a:t>
            </a:r>
            <a:endParaRPr sz="1100" dirty="0">
              <a:solidFill>
                <a:srgbClr val="222222"/>
              </a:solidFill>
              <a:latin typeface="Apple SD Gothic Ne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F2C"/>
                </a:solidFill>
                <a:latin typeface="Apple SD Gothic Neo"/>
              </a:rPr>
              <a:t>6 ~ 7. 정기 결제 페이지</a:t>
            </a:r>
          </a:p>
          <a:p>
            <a:r>
              <a:rPr sz="1400">
                <a:solidFill>
                  <a:srgbClr val="555555"/>
                </a:solidFill>
                <a:latin typeface="Apple SD Gothic Neo"/>
              </a:rPr>
              <a:t>본 서비스는 단건(회원제) 결제만 운영 — 정기·구독 결제 없음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22222"/>
                </a:solidFill>
                <a:latin typeface="Apple SD Gothic Neo"/>
              </a:rPr>
              <a:t>본 서비스는 카테고리별 단건 결제(소프트웨어형 디지털 콘텐츠 판매)만 제공하며,</a:t>
            </a:r>
          </a:p>
          <a:p>
            <a:r>
              <a:rPr sz="1500">
                <a:solidFill>
                  <a:srgbClr val="222222"/>
                </a:solidFill>
                <a:latin typeface="Apple SD Gothic Neo"/>
              </a:rPr>
              <a:t>정기 결제(구독·자동결제)는 운영하지 않습니다.</a:t>
            </a:r>
          </a:p>
          <a:p>
            <a:endParaRPr sz="1500">
              <a:solidFill>
                <a:srgbClr val="222222"/>
              </a:solidFill>
              <a:latin typeface="Apple SD Gothic Neo"/>
            </a:endParaRPr>
          </a:p>
          <a:p>
            <a:r>
              <a:rPr sz="1500">
                <a:solidFill>
                  <a:srgbClr val="555555"/>
                </a:solidFill>
                <a:latin typeface="Apple SD Gothic Neo"/>
              </a:rPr>
              <a:t>ㆍ대표 결제 형태 — 단건 결제 (4번 항목 참조)</a:t>
            </a:r>
          </a:p>
          <a:p>
            <a:r>
              <a:rPr sz="1500">
                <a:solidFill>
                  <a:srgbClr val="555555"/>
                </a:solidFill>
                <a:latin typeface="Apple SD Gothic Neo"/>
              </a:rPr>
              <a:t>ㆍ정기 결제 — 해당사항 없음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559</Words>
  <Application>Microsoft Macintosh PowerPoint</Application>
  <PresentationFormat>사용자 지정</PresentationFormat>
  <Paragraphs>53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Apple SD Gothic Neo</vt:lpstr>
      <vt:lpstr>Arial</vt:lpstr>
      <vt:lpstr>Calibri</vt:lpstr>
      <vt:lpstr>Helvetica</vt:lpstr>
      <vt:lpstr>Menlo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Z55721</cp:lastModifiedBy>
  <cp:revision>2</cp:revision>
  <dcterms:created xsi:type="dcterms:W3CDTF">2013-01-27T09:14:16Z</dcterms:created>
  <dcterms:modified xsi:type="dcterms:W3CDTF">2026-05-14T03:46:34Z</dcterms:modified>
  <cp:category/>
</cp:coreProperties>
</file>